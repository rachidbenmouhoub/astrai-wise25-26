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9" r:id="rId3"/>
    <p:sldId id="261" r:id="rId4"/>
    <p:sldId id="262" r:id="rId5"/>
    <p:sldId id="258" r:id="rId6"/>
    <p:sldId id="260" r:id="rId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5A939-B50A-9AA7-3F24-094629B4C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3E6B56-A006-2D60-789D-2A13B3DF6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A98F4-7594-BE4B-08CF-DC4C2FA8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D10D1-120C-460B-A850-4386C042D103}" type="datetimeFigureOut">
              <a:rPr lang="en-DE" smtClean="0"/>
              <a:t>28/01/2026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FB6E0-3241-56E5-EF59-063648E43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320D0-7561-000B-C2FA-DF267E140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5261-B3B4-47AB-A426-69EBAC3428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3213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B084F-8D75-096D-70D5-FC4EFB29D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F4157-E6E6-A210-C824-446F9AED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B445D-EDB9-BE18-5FC3-DF2BBA6E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D10D1-120C-460B-A850-4386C042D103}" type="datetimeFigureOut">
              <a:rPr lang="en-DE" smtClean="0"/>
              <a:t>28/01/2026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8F093-C204-E310-FA1C-EFD461ED9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F7347-2A4B-FA3A-602B-612E06A48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5261-B3B4-47AB-A426-69EBAC3428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7089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C7C1-23E1-B587-E7C3-6ABBDC810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05444-7B44-2669-AEF8-22B908F6B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5C8D8-62C1-0386-F9B0-77DC6E8C7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D10D1-120C-460B-A850-4386C042D103}" type="datetimeFigureOut">
              <a:rPr lang="en-DE" smtClean="0"/>
              <a:t>28/01/2026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D1A2A-405C-0CC0-EF9A-1264F4DC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CE451-F3AD-449D-C20D-F904AE42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5261-B3B4-47AB-A426-69EBAC3428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3638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D76CF-62EF-C44D-5B9A-46B8CCEEC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304DC-9952-280F-C204-1F19540B2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1834B-D03F-DD13-9911-212DA2160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5B967-FACE-7AF2-82E4-4F63D1797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D10D1-120C-460B-A850-4386C042D103}" type="datetimeFigureOut">
              <a:rPr lang="en-DE" smtClean="0"/>
              <a:t>28/01/2026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0B04B-2AB8-0A2F-D703-204E60A3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D2F60-4F77-3EDF-8705-33B4141A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5261-B3B4-47AB-A426-69EBAC3428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12958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4E0D-862B-09E3-8D0F-A598518BF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0CCD0-AA56-B820-89E5-E5B796520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848E-B271-7844-A8E9-FABD40434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895FE-C5AC-4636-FC8B-0ACC904E3D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E90062-F47B-CEDD-6B06-DD9055A09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8155AC-614E-2D32-07F6-3B59B622E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D10D1-120C-460B-A850-4386C042D103}" type="datetimeFigureOut">
              <a:rPr lang="en-DE" smtClean="0"/>
              <a:t>28/01/2026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3A0964-D523-6C26-3531-670BB0B9D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146287-FEFD-6F99-C677-1E649EBC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5261-B3B4-47AB-A426-69EBAC3428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14490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C2CE-3409-6F24-364D-A151BCCF0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88CE87-1A60-5AAF-FF68-1B48A7EE8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D10D1-120C-460B-A850-4386C042D103}" type="datetimeFigureOut">
              <a:rPr lang="en-DE" smtClean="0"/>
              <a:t>28/01/2026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D1FF14-D82E-D616-DC09-C61BDC76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C4808-03F4-201B-2313-255F4CC3D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5261-B3B4-47AB-A426-69EBAC3428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1782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EC6B1-459C-BD8B-081F-0D560DA9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D10D1-120C-460B-A850-4386C042D103}" type="datetimeFigureOut">
              <a:rPr lang="en-DE" smtClean="0"/>
              <a:t>28/01/2026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381A8-99B8-9F14-3D99-48F72D7A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C74B5-F933-A6FE-DA12-4481F71D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5261-B3B4-47AB-A426-69EBAC3428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12370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10084-CF46-9F5A-2E32-B77F46047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1B045-8E0A-1BA4-827E-9240B3290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BEFBC-CA5D-288B-6E1F-B3446F95F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7661E-5A44-64F6-3E23-A917D7D2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D10D1-120C-460B-A850-4386C042D103}" type="datetimeFigureOut">
              <a:rPr lang="en-DE" smtClean="0"/>
              <a:t>28/01/2026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7838D-B546-F284-9308-A442A02A0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962F0-825A-5F97-AE40-BC4BB04A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5261-B3B4-47AB-A426-69EBAC3428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5421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3E471-0340-91B4-1A38-89DCA0980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AA7B48-CDBC-8C72-AB44-6E7A9FB6FF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7D2A2-06AC-C3E0-848D-1AE926D31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22CB7-E33C-C6B7-D142-9D6376F7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D10D1-120C-460B-A850-4386C042D103}" type="datetimeFigureOut">
              <a:rPr lang="en-DE" smtClean="0"/>
              <a:t>28/01/2026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B6457-8C52-3A64-AF7A-1632F030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20BD2-981B-1967-87F4-DB5F1219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5261-B3B4-47AB-A426-69EBAC3428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8526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14A03-3674-7220-AF38-18755EBF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5D5DA-3599-BBC0-60A1-D03F7F188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B3CF7-F6CD-E88E-F52E-BE685BBA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D10D1-120C-460B-A850-4386C042D103}" type="datetimeFigureOut">
              <a:rPr lang="en-DE" smtClean="0"/>
              <a:t>28/01/2026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F21FD-9146-CF44-8517-BDD8CE34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45388-5705-0C81-FFBB-E052E210E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5261-B3B4-47AB-A426-69EBAC3428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4287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DB7B7-B3B1-BB6E-FD21-B717FCE39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9C070-676F-9AE5-F860-1891C7E10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4FEEE-0A25-00CC-8A93-C20C2E4C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D10D1-120C-460B-A850-4386C042D103}" type="datetimeFigureOut">
              <a:rPr lang="en-DE" smtClean="0"/>
              <a:t>28/01/2026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5D743-E845-FC16-309D-1E0AA791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EFD01-49A4-07E0-2422-0F9F641D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E5261-B3B4-47AB-A426-69EBAC3428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71044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9FC49-9E52-654B-E8A4-C9E3A992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D3524-51D2-8DF0-F90D-ABA7CAE07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C2E70-60C6-03BF-BA0B-DA02D25BB8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D10D1-120C-460B-A850-4386C042D103}" type="datetimeFigureOut">
              <a:rPr lang="en-DE" smtClean="0"/>
              <a:t>28/01/2026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A03E3-4185-56DF-A276-7F85CF483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4727-9666-D9E0-CCDA-A08E8BAA0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E5261-B3B4-47AB-A426-69EBAC3428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1854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C8754-6A3E-2CB7-BD39-F1E4EA9C9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3599"/>
            <a:ext cx="9144000" cy="1689101"/>
          </a:xfrm>
        </p:spPr>
        <p:txBody>
          <a:bodyPr>
            <a:normAutofit fontScale="90000"/>
          </a:bodyPr>
          <a:lstStyle/>
          <a:p>
            <a:r>
              <a:rPr lang="de-DE" dirty="0" err="1"/>
              <a:t>Automatic</a:t>
            </a:r>
            <a:r>
              <a:rPr lang="de-DE" dirty="0"/>
              <a:t> </a:t>
            </a:r>
            <a:r>
              <a:rPr lang="de-DE" dirty="0" err="1"/>
              <a:t>Referencing</a:t>
            </a:r>
            <a:r>
              <a:rPr lang="de-DE" dirty="0"/>
              <a:t> Tool </a:t>
            </a:r>
            <a:r>
              <a:rPr lang="de-DE" dirty="0" err="1"/>
              <a:t>for</a:t>
            </a:r>
            <a:r>
              <a:rPr lang="de-DE" dirty="0"/>
              <a:t> Thesis and Research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EBE61-80F7-428F-E785-22722690D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0300" y="3000375"/>
            <a:ext cx="4851400" cy="542925"/>
          </a:xfrm>
          <a:ln w="28575">
            <a:solidFill>
              <a:srgbClr val="FF0000"/>
            </a:solidFill>
          </a:ln>
        </p:spPr>
        <p:txBody>
          <a:bodyPr/>
          <a:lstStyle/>
          <a:p>
            <a:r>
              <a:rPr lang="en-DE" dirty="0"/>
              <a:t>https://www.mendeley.com/</a:t>
            </a:r>
          </a:p>
        </p:txBody>
      </p:sp>
    </p:spTree>
    <p:extLst>
      <p:ext uri="{BB962C8B-B14F-4D97-AF65-F5344CB8AC3E}">
        <p14:creationId xmlns:p14="http://schemas.microsoft.com/office/powerpoint/2010/main" val="197132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1B2EE-6EAD-E750-5C6C-BC96D893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7597E-70F1-59CD-273A-4F84BB75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1C8FD-4A54-22C4-F69D-2E8F4BCB9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F6918-48E5-21F2-9255-321EE249F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399"/>
            <a:ext cx="12192000" cy="653120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ACE1ED-E2DA-9425-878D-C67C2549D023}"/>
              </a:ext>
            </a:extLst>
          </p:cNvPr>
          <p:cNvSpPr/>
          <p:nvPr/>
        </p:nvSpPr>
        <p:spPr>
          <a:xfrm>
            <a:off x="1536700" y="508000"/>
            <a:ext cx="1485900" cy="2667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03610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8FA4-BCAF-63B1-F5F2-BEC546AC3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E2087-5885-EC87-AE1D-ECF3802B2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D54C5-1CD3-E3B6-ADF3-3C1322953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436"/>
            <a:ext cx="12192000" cy="658112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114942-30DE-96E0-EE01-48125242B380}"/>
              </a:ext>
            </a:extLst>
          </p:cNvPr>
          <p:cNvSpPr/>
          <p:nvPr/>
        </p:nvSpPr>
        <p:spPr>
          <a:xfrm>
            <a:off x="11353800" y="414337"/>
            <a:ext cx="406400" cy="2667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63082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503E-7709-C6E6-E84D-0E560786B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79FCC-0C4A-4C6A-BC4A-C7894DC8F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82604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598D9-27CE-015A-611D-EEE84DB6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A84C5-D737-2494-08C6-27C649C98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2B2C8-0621-A0E1-99D4-D26C4B454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399"/>
            <a:ext cx="12192000" cy="653120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01C1FE-E421-47F8-FD71-6997D3DA6BAE}"/>
              </a:ext>
            </a:extLst>
          </p:cNvPr>
          <p:cNvSpPr/>
          <p:nvPr/>
        </p:nvSpPr>
        <p:spPr>
          <a:xfrm>
            <a:off x="1549400" y="681037"/>
            <a:ext cx="1485900" cy="2667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47705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DAE4E-419E-0F2C-126A-E08D74E72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A0714-B763-E0E9-183A-5CE172E99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DE03C-2A18-8B85-E234-8659D77BB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222"/>
            <a:ext cx="12192000" cy="653755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24560D-DC1A-8392-789F-19CE03388C54}"/>
              </a:ext>
            </a:extLst>
          </p:cNvPr>
          <p:cNvSpPr/>
          <p:nvPr/>
        </p:nvSpPr>
        <p:spPr>
          <a:xfrm>
            <a:off x="2044700" y="414337"/>
            <a:ext cx="647700" cy="2667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4AE38F-D6C6-39FD-5A5C-69BF9CE05940}"/>
              </a:ext>
            </a:extLst>
          </p:cNvPr>
          <p:cNvSpPr/>
          <p:nvPr/>
        </p:nvSpPr>
        <p:spPr>
          <a:xfrm>
            <a:off x="8051800" y="681037"/>
            <a:ext cx="647700" cy="6237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5974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Automatic Referencing Tool for Thesis and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Morteza Eshkiknezhad</dc:creator>
  <cp:lastModifiedBy>Morteza Eshkiknezhad</cp:lastModifiedBy>
  <cp:revision>7</cp:revision>
  <dcterms:created xsi:type="dcterms:W3CDTF">2026-01-28T09:39:11Z</dcterms:created>
  <dcterms:modified xsi:type="dcterms:W3CDTF">2026-01-28T10:42:38Z</dcterms:modified>
</cp:coreProperties>
</file>